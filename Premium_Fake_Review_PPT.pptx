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Fake Review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+ NLP Based Project</a:t>
            </a:r>
          </a:p>
          <a:p>
            <a:r>
              <a:t>Presented by: 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Detect fake vs genuine product reviews</a:t>
            </a:r>
          </a:p>
          <a:p>
            <a:pPr/>
            <a:r>
              <a:t>Uses Machine Learning &amp; NLP</a:t>
            </a:r>
          </a:p>
          <a:p>
            <a:pPr/>
            <a:r>
              <a:t>Provides trust score to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Fake reviews mislead customers</a:t>
            </a:r>
          </a:p>
          <a:p>
            <a:pPr/>
            <a:r>
              <a:t>Manual detection is difficult</a:t>
            </a:r>
          </a:p>
          <a:p>
            <a:pPr/>
            <a:r>
              <a:t>Impacts trust and decision 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Build ML model for classification</a:t>
            </a:r>
          </a:p>
          <a:p>
            <a:pPr/>
            <a:r>
              <a:t>Improve review authenticity</a:t>
            </a:r>
          </a:p>
          <a:p>
            <a:pPr/>
            <a:r>
              <a:t>Provide real-time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 Input (Product Link)</a:t>
            </a:r>
          </a:p>
          <a:p>
            <a:pPr/>
            <a:r>
              <a:t>Review Extraction</a:t>
            </a:r>
          </a:p>
          <a:p>
            <a:pPr/>
            <a:r>
              <a:t>Text Preprocessing</a:t>
            </a:r>
          </a:p>
          <a:p>
            <a:pPr/>
            <a:r>
              <a:t>Model Prediction</a:t>
            </a:r>
          </a:p>
          <a:p>
            <a:pPr/>
            <a:r>
              <a:t>Trust Score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Python &amp; Flask</a:t>
            </a:r>
          </a:p>
          <a:p>
            <a:pPr/>
            <a:r>
              <a:t>Machine Learning (Naive Bayes / Logistic Regression)</a:t>
            </a:r>
          </a:p>
          <a:p>
            <a:pPr/>
            <a:r>
              <a:t>NLP (Text Cleaning, Vectorization)</a:t>
            </a:r>
          </a:p>
          <a:p>
            <a:pPr/>
            <a:r>
              <a:t>HTML, CSS, JavaScript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 submits product URL</a:t>
            </a:r>
          </a:p>
          <a:p>
            <a:pPr/>
            <a:r>
              <a:t>System fetches reviews</a:t>
            </a:r>
          </a:p>
          <a:p>
            <a:pPr/>
            <a:r>
              <a:t>Text is cleaned and processed</a:t>
            </a:r>
          </a:p>
          <a:p>
            <a:pPr/>
            <a:r>
              <a:t>Model predicts fake/real</a:t>
            </a:r>
          </a:p>
          <a:p>
            <a:pPr/>
            <a:r>
              <a:t>Trust score is displayed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Trained on labeled dataset</a:t>
            </a:r>
          </a:p>
          <a:p>
            <a:pPr/>
            <a:r>
              <a:t>Uses vectorization (TF-IDF)</a:t>
            </a:r>
          </a:p>
          <a:p>
            <a:pPr/>
            <a:r>
              <a:t>Classification algorithm applied</a:t>
            </a:r>
          </a:p>
          <a:p>
            <a:pPr/>
            <a:r>
              <a:t>Outputs probability scores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User-friendly UI</a:t>
            </a:r>
          </a:p>
          <a:p>
            <a:pPr/>
            <a:r>
              <a:t>Real-time detection</a:t>
            </a:r>
          </a:p>
          <a:p>
            <a:pPr/>
            <a:r>
              <a:t>Trust score visualization</a:t>
            </a:r>
          </a:p>
          <a:p>
            <a:pPr/>
            <a:r>
              <a:t>Buy product redirection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Saves user time</a:t>
            </a:r>
          </a:p>
          <a:p>
            <a:pPr/>
            <a:r>
              <a:t>Improves decision accuracy</a:t>
            </a:r>
          </a:p>
          <a:p>
            <a:pPr/>
            <a:r>
              <a:t>Enhances trust</a:t>
            </a:r>
          </a:p>
          <a:p>
            <a:pPr/>
            <a:r>
              <a:t>Reduces fake review impact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Depends on dataset quality</a:t>
            </a:r>
          </a:p>
          <a:p>
            <a:pPr/>
            <a:r>
              <a:t>Scraping/API limitations</a:t>
            </a:r>
          </a:p>
          <a:p>
            <a:pPr/>
            <a:r>
              <a:t>Model accuracy constraints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Deep learning integration</a:t>
            </a:r>
          </a:p>
          <a:p>
            <a:pPr/>
            <a:r>
              <a:t>Real-time API usage</a:t>
            </a:r>
          </a:p>
          <a:p>
            <a:pPr/>
            <a:r>
              <a:t>User login system</a:t>
            </a:r>
          </a:p>
          <a:p>
            <a:pPr/>
            <a:r>
              <a:t>Cloud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Fake review detection is essential</a:t>
            </a:r>
          </a:p>
          <a:p>
            <a:pPr/>
            <a:r>
              <a:t>AI improves trust in e-commerce</a:t>
            </a:r>
          </a:p>
          <a:p>
            <a:pPr/>
            <a:r>
              <a:t>System provides reliable insights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